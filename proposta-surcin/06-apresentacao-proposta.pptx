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980000"/>
            <a:ext cx="10440000" cy="90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Organização, estrutura e processos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988000"/>
            <a:ext cx="10440000" cy="54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Proposta de consultoria para a Surcin Consultoria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860000"/>
            <a:ext cx="1044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Renato [sobrenome] · 15 de outubro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O que eu entendi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Nossa reunião de 2h30 já é o início do diagnóstico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Consultoria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800000"/>
            <a:ext cx="5220000" cy="37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Áreas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Departamento Pessoal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Financeiro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Contabilidade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Vendas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Ferramentas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Conta Azul · Domínio · Veri · Jusbrasil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OneDrive · Trello · NetsApp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800000"/>
            <a:ext cx="5220000" cy="378000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Principais dores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1. [PREENCHER com a transcrição]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2. [PREENCHER]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3. [PREENCHER]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Objetivo: organizar e automatizar os processos do escritório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Como vamos trabalhar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Entender antes de automatizar. Cada etapa termina com uma entrega e uma decisão sua.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Consultoria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2160000"/>
            <a:ext cx="205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Etapa 0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Reunião inicial e diagnóstico preliminar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Concluída, sem custo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44000" y="2160000"/>
            <a:ext cx="2052000" cy="252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Etapa 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Mapeamento dos processos atuais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Nesta proposta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40000" y="2160000"/>
            <a:ext cx="2052000" cy="252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Etapa 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Estrutura organizacional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Nesta proposta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5999" y="2160000"/>
            <a:ext cx="2052000" cy="252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Etapa 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Fluxos otimizados e plano de automação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Nesta proposta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32000" y="2160000"/>
            <a:ext cx="205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Etapa 4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Implementação e acompanhamento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Proposta futura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Estrutura organizacional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Exemplo do entregável · hipótese inicial para validarmos juntas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Consultoria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64000" y="1728000"/>
            <a:ext cx="3240000" cy="648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Direção · Thamires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8000" y="2951999"/>
            <a:ext cx="2052000" cy="864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Departamento Pessoal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Responsável: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4000" y="2951999"/>
            <a:ext cx="2052000" cy="864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Contabilidade e Fiscal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Responsável: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0000" y="2951999"/>
            <a:ext cx="2052000" cy="864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Financeiro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Responsável: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5999" y="2951999"/>
            <a:ext cx="2052000" cy="864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Comercial / Vendas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Responsável: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32000" y="2951999"/>
            <a:ext cx="2052000" cy="864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Apoio adm. [?]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Responsável: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4248000"/>
            <a:ext cx="10800000" cy="16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Entregável da Etapa 2: organograma atual e proposto, papéis e responsabilidades por área, matriz RACI (quem executa, aprova, é consultado e informado) e as dependências da Direção.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Mapeamento de processos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Quatro passos, sempre ouvindo quem executa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Consultoria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980000"/>
            <a:ext cx="2592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1. Ouvir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Entrevistas de 45 a 60 min com a equipe: insumos, passos, sistemas, esperas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4000" y="1980000"/>
            <a:ext cx="2592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2. Desenhar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Fluxo atual em raias, validado por quem faz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0000" y="1980000"/>
            <a:ext cx="2592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3. Encontrar gargalos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Esperas, retrabalho, aprovações concentradas, 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56000" y="1980000"/>
            <a:ext cx="2592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4. Otimizar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Simplificar primeiro, depois listar automações com esforço e ganho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Duas opções de escopo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Você escolhe o tamanho; a Essencial pode virar Completa depois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Consultoria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800000"/>
            <a:ext cx="5220000" cy="388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Essencial · 4 a 5 semanas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Entrevistas com até 4 pessoas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Até 5 processos mapeados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Gargalos e dependências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Organograma e matriz de responsabilidades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Lista priorizada de automações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800000"/>
            <a:ext cx="5220000" cy="3888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Completa (recomendada) · 8 a 9 semanas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Entrevistas com até 5 pessoas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Até 8 processos mapeados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Gargalos e dependências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Organograma atual e proposto, papéis e responsabilidades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5 fluxos otimizados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Plano de automação com esforço estimado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Investimento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Preço fechado. A implementação é orçada depois, por pacotes.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Consultoria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908000"/>
            <a:ext cx="5256000" cy="23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Essencial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R$ 7.800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50% no aceite, 50% na entrega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999" y="1908000"/>
            <a:ext cx="5256000" cy="23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Completa (recomendada)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R$ 14.800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30% no aceite, 35% no mapeamento, 35% na entrega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536000"/>
            <a:ext cx="10800000" cy="144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A reunião inicial e esta proposta não foram cobradas.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Fora do escopo: desenvolvimento de automações, integrações, suporte contínuo e licenças.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Consultoria · Proposta de consultoria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1620000"/>
            <a:ext cx="10800000" cy="360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1. Escolha da opção e aceite da proposta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2. Acordo de confidencialidade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3. Kick-off e agenda das entrevistas com a equipe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Perguntas para hoje: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Quantas pessoas trabalham em cada área?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Qual dor, se resolvida primeiro, mais mudaria o seu dia a dia?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A equipe pode conversar antes das 10h, no almoço ou após 19h30?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