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Assessoria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Romão · R2 Tech Consultoria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"Eu tenho um processo. Ele só não está eficiente."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A Surcin hoje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40 a 45 empresas no fiscal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13 a 15 clientes de BPO financeiro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DP com ~25 vidas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~20 processos jurídicos legados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Júlia, Vitória, Tamara e Alana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Trello, OneDrive, Veri, Domínio, Conta Azul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O que dói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Tudo passa por você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Fiscal nas suas mãos desde agosto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Parâmetros fiscais errados: ISS, multa, cliente perdido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Fechamento financeiro concentrado no fim do mês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Guia na pasta errada, tarefa concluída sem evidência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3999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você quer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Equipe com autonomia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Escalar com as mesmas pessoas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Tempo para a prova de 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Entrar em 2027 pronta para contratar e vender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Processo e controle antes de ferramenta. Cada fase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e briefing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Contenção, mapeamento, estrutura e plano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Implantação em módulos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Orçada após o plano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Acompanhamento mensal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Opcional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Antes da sua prova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Três controles manuais em uso até 15/11, sem software e sem depender de você no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Guia conferida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Cliente, CNPJ, pasta, tributo, competência e valor conferidos antes de pagar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Evidência para concluir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Cartão crítico do Trello só fecha com o comprovante no OneDrive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Dúvida registrada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Toda dúvida levada a você vira registro: mede a dependência e alimenta o futuro assistente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Hipótese para validarmos juntas: organizar pelo caminho do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620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Revisão técnica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Terceirizada e/ou contador(a)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Entrada e relacionamento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Júlia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Tamara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Jurídico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Legado: a decidir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068000"/>
            <a:ext cx="10800000" cy="18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Entregável: organograma atual e proposto, papéis, responsabilidades e indicadores por função.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É a base para delegar revisões, receber o(a) contador(a) e criar a remuneração por pontos.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Processos identificados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12 processos; a prioridade inicial é onde há mais risco e mais tempo gasto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Prioridade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Fiscal mensal (44 clientes, risco de multa)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Conciliação e fechamento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Prioridade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Conferência do contábil terceirizado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Implantação de novos clientes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Atendimento e triagem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Emissão de notas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Prioridade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Pagamentos dos clientes do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Folha e DP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Comercial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Abertura de empresa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Acompanhamento jurídico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Reinf, IRPF e parcelamentos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Escolha final na primeira semana, com você.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19/10 a ~22/11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19/10 a 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3 controles de contenção até 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Organograma, papéis e indicadores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 custo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Cerca de 7 horas suas no total, sem reuniões na semana dos fechamentos nem na semana da prova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19/10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Kick-off e entrevistas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6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26/10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Entrevistas com Tamara e Vitória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Entrega do mapeamento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2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29/11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13/12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Sua prova (sem reuniões)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Apresentação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R$ 14.800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da Fase 1: desenvolvimento e integrações (Fase 2), correção do Domínio, migração de contas, valores da premiação e licenças.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Depois: implantação em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Cada módulo é orçado após o plano, com prova de viabilidade e pagamento sempre humano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Ambiente Surcin e Base Mestre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Especialista de dúvidas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Validador de guias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Fechamento interativo (piloto)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8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Auditoria Trello × OneDrive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Fila de pedidos de pagamento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0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Painel de desempenho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6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Comercial e CRM (2027)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256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Porte de referência: P R$ 1,5 a 2,8 mil · M R$ 3,5 a 6,5 mil · G R$ 8 a 13 mil. Licenças por conta da Surcin.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na semana de 19/10, com a Júlia como ponto focal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Para confirmar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contabilidade é executada pela Joyce?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emite as notas a partir de novembro?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10h30 ou no almoço?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Tráfego volta em 15/12 ou em janeiro?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corrige a parametrização do Domínio?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