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980000"/>
            <a:ext cx="10440000" cy="9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Organização, estrutura e processos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988000"/>
            <a:ext cx="10440000" cy="5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Proposta de consultoria para a Surcin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860000"/>
            <a:ext cx="1044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Renato [sobrenome] · R2 Tech Consulting · 15 de 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O que eu entendi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"Eu tenho um processo. Ele só não está eficiente."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A Surcin hoje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~40 clientes de contabilidade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12 a 16 clientes de financeiro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DP com ~25 vidas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~20 processos jurídicos legados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Júlia, Vitória, Tamara e Alana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Trello, OneDrive, Veri, Domínio, Conta Azul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6000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O que dói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Tudo passa por você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Contabilidade sem responsável técnico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Erro de agosto no Domínio: multa e cliente perdido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Fechamento financeiro concentrado no fim do mês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Sem métricas para premiar a equipe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3999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que você quer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Equipe com autonomia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Escalar com as mesmas pessoas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Tempo para a prova de 13/12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Entrar em 2027 pronta para contratar e vender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Como vamos trabalhar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Partir do que você já construiu. Entender antes de automatizar.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Etapa 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Reunião inicial e diagnóstico preliminar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Concluída, sem custo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44000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Etapa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Mapeamento dos processos atuais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40000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Etapa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Estrutura organizacional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5999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Etapa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Fluxos otimizados e plano de automação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32000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Etapa 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Implementação e acompanhamento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Proposta futura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Hipótese para validarmos juntas: organizar pelo caminho do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4000" y="1620000"/>
            <a:ext cx="3240000" cy="64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Direção · Thamires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Revisão técnica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Contador(a) em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4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Entrada e relacionamento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Júlia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0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Financeiro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Vitória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5999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Departamento Pessoal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Tamara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2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Jurídico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Legado: a decidir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4068000"/>
            <a:ext cx="10800000" cy="18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Entregável: organograma atual e proposto, papéis, responsabilidades e indicadores por função.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É a base para delegar revisões, receber o(a) contador(a) e criar a remuneração por pontos.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Processos identificados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11 processos; a prioridade inicial é onde há mais risco e mais tempo gasto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728000"/>
            <a:ext cx="5220000" cy="41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Prioridade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Fiscal mensal (44 clientes, risco de multa)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Conciliação e fechamento financeiro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Prioridade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Implantação de novos clientes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Atendimento e triagem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Emissão de notas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728000"/>
            <a:ext cx="5220000" cy="41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Prioridade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Pagamentos dos clientes do financeiro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Folha e DP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Comercial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Abertura de empresa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Acompanhamento jurídico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Escolha final na primeira semana, com você.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Duas opções de 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Você escolhe o tamanho; a Essencial pode virar Completa depois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Essencial · 19/10 a ~22/11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Entrevistas com 4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Até 5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Organograma e matriz de responsabilidades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Lista priorizada de automações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Completa (recomendada) · 19/10 a 18/12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Entrevistas com até 5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Até 8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Organograma, papéis e indicadores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5 fluxos otimizados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Plano de automação com esforço e custo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Cronograma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Cerca de 7 horas suas no total, sem reuniões na semana dos fechamentos nem na semana da prova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19/10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Kick-off e entrevistas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6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26/10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Entrevistas com Tamara e Vitória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4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15/11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Entrega do mapeamento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2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29/11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0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13/12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Sua prova (sem reuniões)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38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18/12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Apresentação final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Preço fechado. A implementação é orçada depois, por pacotes.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Essencial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R$ 7.800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50% no aceite, 50% na entrega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999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Completa (recomendada)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R$ 14.800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30% no aceite, 35% no mapeamento, 35% na entrega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536000"/>
            <a:ext cx="10800000" cy="14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A reunião inicial e esta proposta não foram cobradas.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Fora do escopo: automações, correção do Domínio, migração de contas, programa de bonificação e licenças.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1620000"/>
            <a:ext cx="10800000" cy="396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1. Escolha da opção e aceite da proposta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2. Acordo de confidencialidade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3. Kick-off na semana de 19/10, com a Júlia como ponto focal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Para confirmar hoje: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Quantos clientes há em cada serviço?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Qual processo, resolvido primeiro, mais devolve seu tempo?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A equipe pode conversar antes das 10h30 ou no almoço?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Quem vai corrigir a configuração do Domínio?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