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980000"/>
            <a:ext cx="10440000" cy="9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Organização, estrutura e processos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988000"/>
            <a:ext cx="10440000" cy="5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Proposta de consultoria para a Surcin Consultoria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860000"/>
            <a:ext cx="1044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Renato [sobrenome] · 15 de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O que eu entendi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Nossa reunião de 2h30 já é o início do diagnóstico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5220000" cy="37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Áreas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Departamento Pessoal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Financeiro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Contabilidade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Vendas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Ferramentas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Conta Azul · Domínio · Veri · Jusbrasil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OneDrive · Trello · NetsApp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800000"/>
            <a:ext cx="5220000" cy="378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Principais dores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1. [PREENCHER com a transcrição]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2. [PREENCHER]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3. [PREENCHER]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Objetivo: organizar e automatizar os processos do escritório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Como vamos trabalhar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Entender antes de automatizar. Cada etapa termina com uma entrega e uma decisão sua.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Etapa 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Reunião de descoberta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Concluída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44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Etapa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Diagnóstico e estrutura organizacional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40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Etapa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Mapeamento detalhado de processos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5999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Etapa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Implementação em pacotes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Proposta futura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32000" y="2160000"/>
            <a:ext cx="205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Etapa 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Acompanhamento mensal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Opcional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Exemplo do entregável · hipótese inicial para validarmos juntas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4000" y="1728000"/>
            <a:ext cx="3240000" cy="64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Direção · Thamires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" y="2951999"/>
            <a:ext cx="2052000" cy="864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Departamento Pessoal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Responsável: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4000" y="2951999"/>
            <a:ext cx="2052000" cy="864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Contabilidade e Fiscal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Responsável: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0000" y="2951999"/>
            <a:ext cx="2052000" cy="864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Financeiro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Responsável: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5999" y="2951999"/>
            <a:ext cx="2052000" cy="864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Comercial / Vendas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Responsável: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2000" y="2951999"/>
            <a:ext cx="2052000" cy="864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Apoio adm. [?]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Responsável: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4248000"/>
            <a:ext cx="10800000" cy="16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Entregável da Etapa 1: organograma atual e proposto, papéis e responsabilidades por área, matriz RACI (quem executa, aprova, é consultado e informado) e as dependências da Direção.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Mapeamento de processos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Quatro passos, sempre ouvindo quem executa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80000"/>
            <a:ext cx="2592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1. Ouvir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Entrevistas de 45 a 60 min com a equipe: insumos, passos, sistemas, esperas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1980000"/>
            <a:ext cx="2592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2. Desenhar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Fluxo atual em raias, validado por quem faz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1980000"/>
            <a:ext cx="2592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3. Encontrar gargalos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Esperas, retrabalho, aprovações concentradas, 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1980000"/>
            <a:ext cx="2592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4. Otimizar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Simplificar primeiro, depois listar automações com esforço e ganho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Entregáveis e cronograma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8 semanas, cerca de 10 horas por semana, reuniões fora do horário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Etapa 1 · semanas 1 a 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Entrevistas com a equipe (até 6)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Inventário das ferramentas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Relatório de diagnóstico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Organograma, papéis e RACI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Escolha dos processos prioritários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Etapa 2 · semanas 5 a 8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Até 4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Fluxos atuais e otimizados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Backlog de automação priorizado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Proposta de implementação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Preço fechado por etapa. A implementação é orçada depois, por pacotes.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08000"/>
            <a:ext cx="3456000" cy="23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Etapa 1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R$ 6.300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Diagnóstico e estrutura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0" y="1908000"/>
            <a:ext cx="3456000" cy="23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Etapa 2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R$ 6.800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Mapeamento de até 4 processos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2000" y="1908000"/>
            <a:ext cx="3456000" cy="23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Etapas 1 e 2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R$ 11.900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Contratadas juntas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536000"/>
            <a:ext cx="10800000" cy="14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50% no início e 50% na entrega de cada etapa · processo adicional R$ 1.250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Fora do escopo: desenvolvimento de automações, integrações, suporte contínuo e licenças.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Consultoria · Proposta de consultoria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1620000"/>
            <a:ext cx="10800000" cy="36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1. Aceite da proposta (Etapa 1 ou Etapas 1 e 2)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2. Acordo de confidencialidade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3. Kick-off e agenda das entrevistas com a equipe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Perguntas para hoje: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Quantas pessoas trabalham em cada área?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Qual dor, se resolvida primeiro, mais mudaria o seu dia a dia?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A equipe pode conversar antes das 10h, no almoço ou após 19h30?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